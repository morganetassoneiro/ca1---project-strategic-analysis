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0" r:id="rId7"/>
    <p:sldId id="258" r:id="rId8"/>
    <p:sldId id="261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CD655-3082-4F80-B581-3EE32B3333C0}" v="15" dt="2025-03-15T12:08:37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gane Tassoneiro" userId="515cb897f29de6cf" providerId="LiveId" clId="{BE8CD655-3082-4F80-B581-3EE32B3333C0}"/>
    <pc:docChg chg="undo redo custSel addSld delSld modSld">
      <pc:chgData name="Morgane Tassoneiro" userId="515cb897f29de6cf" providerId="LiveId" clId="{BE8CD655-3082-4F80-B581-3EE32B3333C0}" dt="2025-03-15T12:10:20.550" v="1930" actId="20577"/>
      <pc:docMkLst>
        <pc:docMk/>
      </pc:docMkLst>
      <pc:sldChg chg="modSp mod">
        <pc:chgData name="Morgane Tassoneiro" userId="515cb897f29de6cf" providerId="LiveId" clId="{BE8CD655-3082-4F80-B581-3EE32B3333C0}" dt="2025-03-14T17:02:54.582" v="355" actId="1076"/>
        <pc:sldMkLst>
          <pc:docMk/>
          <pc:sldMk cId="2902794312" sldId="257"/>
        </pc:sldMkLst>
        <pc:spChg chg="mod">
          <ac:chgData name="Morgane Tassoneiro" userId="515cb897f29de6cf" providerId="LiveId" clId="{BE8CD655-3082-4F80-B581-3EE32B3333C0}" dt="2025-03-14T17:02:28.752" v="347" actId="12"/>
          <ac:spMkLst>
            <pc:docMk/>
            <pc:sldMk cId="2902794312" sldId="257"/>
            <ac:spMk id="3" creationId="{893A7E9A-755C-6EE6-FF13-7705503C7626}"/>
          </ac:spMkLst>
        </pc:spChg>
        <pc:spChg chg="mod">
          <ac:chgData name="Morgane Tassoneiro" userId="515cb897f29de6cf" providerId="LiveId" clId="{BE8CD655-3082-4F80-B581-3EE32B3333C0}" dt="2025-03-14T17:02:54.582" v="355" actId="1076"/>
          <ac:spMkLst>
            <pc:docMk/>
            <pc:sldMk cId="2902794312" sldId="257"/>
            <ac:spMk id="4" creationId="{E3BD8413-C238-49D7-A4E1-E8FEF1811A0E}"/>
          </ac:spMkLst>
        </pc:spChg>
        <pc:spChg chg="mod">
          <ac:chgData name="Morgane Tassoneiro" userId="515cb897f29de6cf" providerId="LiveId" clId="{BE8CD655-3082-4F80-B581-3EE32B3333C0}" dt="2025-03-14T17:02:51.290" v="354" actId="1076"/>
          <ac:spMkLst>
            <pc:docMk/>
            <pc:sldMk cId="2902794312" sldId="257"/>
            <ac:spMk id="6" creationId="{1EDB775B-2ACC-1CA9-DB70-DCD67344E23A}"/>
          </ac:spMkLst>
        </pc:spChg>
        <pc:spChg chg="mod">
          <ac:chgData name="Morgane Tassoneiro" userId="515cb897f29de6cf" providerId="LiveId" clId="{BE8CD655-3082-4F80-B581-3EE32B3333C0}" dt="2025-03-14T17:02:22.290" v="341" actId="12"/>
          <ac:spMkLst>
            <pc:docMk/>
            <pc:sldMk cId="2902794312" sldId="257"/>
            <ac:spMk id="7" creationId="{A18421EF-ACA8-CB2F-0F9C-601186E66ADA}"/>
          </ac:spMkLst>
        </pc:spChg>
      </pc:sldChg>
      <pc:sldChg chg="addSp delSp modSp mod">
        <pc:chgData name="Morgane Tassoneiro" userId="515cb897f29de6cf" providerId="LiveId" clId="{BE8CD655-3082-4F80-B581-3EE32B3333C0}" dt="2025-03-15T11:30:34.315" v="591" actId="14100"/>
        <pc:sldMkLst>
          <pc:docMk/>
          <pc:sldMk cId="3733486012" sldId="258"/>
        </pc:sldMkLst>
        <pc:spChg chg="add mod">
          <ac:chgData name="Morgane Tassoneiro" userId="515cb897f29de6cf" providerId="LiveId" clId="{BE8CD655-3082-4F80-B581-3EE32B3333C0}" dt="2025-03-15T11:28:21.406" v="552" actId="2710"/>
          <ac:spMkLst>
            <pc:docMk/>
            <pc:sldMk cId="3733486012" sldId="258"/>
            <ac:spMk id="5" creationId="{49D350B1-EFB2-5E30-1B49-91DED8DFB368}"/>
          </ac:spMkLst>
        </pc:spChg>
        <pc:spChg chg="mod">
          <ac:chgData name="Morgane Tassoneiro" userId="515cb897f29de6cf" providerId="LiveId" clId="{BE8CD655-3082-4F80-B581-3EE32B3333C0}" dt="2025-03-15T11:25:57.309" v="510" actId="1076"/>
          <ac:spMkLst>
            <pc:docMk/>
            <pc:sldMk cId="3733486012" sldId="258"/>
            <ac:spMk id="7" creationId="{7875C19A-1AAE-476A-A316-A2CF92D763D3}"/>
          </ac:spMkLst>
        </pc:spChg>
        <pc:spChg chg="mod">
          <ac:chgData name="Morgane Tassoneiro" userId="515cb897f29de6cf" providerId="LiveId" clId="{BE8CD655-3082-4F80-B581-3EE32B3333C0}" dt="2025-03-15T11:28:04.255" v="549" actId="207"/>
          <ac:spMkLst>
            <pc:docMk/>
            <pc:sldMk cId="3733486012" sldId="258"/>
            <ac:spMk id="10" creationId="{EF2BC084-E6DB-4DE7-B309-042A85EBA700}"/>
          </ac:spMkLst>
        </pc:spChg>
        <pc:spChg chg="add mod">
          <ac:chgData name="Morgane Tassoneiro" userId="515cb897f29de6cf" providerId="LiveId" clId="{BE8CD655-3082-4F80-B581-3EE32B3333C0}" dt="2025-03-15T11:29:31.454" v="580" actId="20577"/>
          <ac:spMkLst>
            <pc:docMk/>
            <pc:sldMk cId="3733486012" sldId="258"/>
            <ac:spMk id="11" creationId="{214F3BB2-FB7E-8A0F-EB81-FE29B3134CB9}"/>
          </ac:spMkLst>
        </pc:spChg>
        <pc:picChg chg="add del mod">
          <ac:chgData name="Morgane Tassoneiro" userId="515cb897f29de6cf" providerId="LiveId" clId="{BE8CD655-3082-4F80-B581-3EE32B3333C0}" dt="2025-03-15T11:30:03.841" v="584" actId="478"/>
          <ac:picMkLst>
            <pc:docMk/>
            <pc:sldMk cId="3733486012" sldId="258"/>
            <ac:picMk id="4" creationId="{30C0E4D4-6C97-AB61-835E-258E00F0D58F}"/>
          </ac:picMkLst>
        </pc:picChg>
        <pc:picChg chg="add mod">
          <ac:chgData name="Morgane Tassoneiro" userId="515cb897f29de6cf" providerId="LiveId" clId="{BE8CD655-3082-4F80-B581-3EE32B3333C0}" dt="2025-03-15T11:29:40.080" v="581" actId="1076"/>
          <ac:picMkLst>
            <pc:docMk/>
            <pc:sldMk cId="3733486012" sldId="258"/>
            <ac:picMk id="8" creationId="{A01A4259-720D-F5CD-35DB-8E265DDB9879}"/>
          </ac:picMkLst>
        </pc:picChg>
        <pc:picChg chg="add mod">
          <ac:chgData name="Morgane Tassoneiro" userId="515cb897f29de6cf" providerId="LiveId" clId="{BE8CD655-3082-4F80-B581-3EE32B3333C0}" dt="2025-03-15T11:30:34.315" v="591" actId="14100"/>
          <ac:picMkLst>
            <pc:docMk/>
            <pc:sldMk cId="3733486012" sldId="258"/>
            <ac:picMk id="13" creationId="{E7997C27-F6AF-9E32-6234-DEAB718CC412}"/>
          </ac:picMkLst>
        </pc:picChg>
      </pc:sldChg>
      <pc:sldChg chg="addSp modSp mod">
        <pc:chgData name="Morgane Tassoneiro" userId="515cb897f29de6cf" providerId="LiveId" clId="{BE8CD655-3082-4F80-B581-3EE32B3333C0}" dt="2025-03-15T11:23:42.619" v="473" actId="1076"/>
        <pc:sldMkLst>
          <pc:docMk/>
          <pc:sldMk cId="709828751" sldId="260"/>
        </pc:sldMkLst>
        <pc:spChg chg="add mod">
          <ac:chgData name="Morgane Tassoneiro" userId="515cb897f29de6cf" providerId="LiveId" clId="{BE8CD655-3082-4F80-B581-3EE32B3333C0}" dt="2025-03-15T11:23:27.884" v="471" actId="1076"/>
          <ac:spMkLst>
            <pc:docMk/>
            <pc:sldMk cId="709828751" sldId="260"/>
            <ac:spMk id="3" creationId="{8236B554-14CA-9259-4CE8-66778E2773FE}"/>
          </ac:spMkLst>
        </pc:spChg>
        <pc:spChg chg="mod">
          <ac:chgData name="Morgane Tassoneiro" userId="515cb897f29de6cf" providerId="LiveId" clId="{BE8CD655-3082-4F80-B581-3EE32B3333C0}" dt="2025-03-15T11:23:42.619" v="473" actId="1076"/>
          <ac:spMkLst>
            <pc:docMk/>
            <pc:sldMk cId="709828751" sldId="260"/>
            <ac:spMk id="4" creationId="{BD179B88-D43C-4A31-9A52-3498E9430782}"/>
          </ac:spMkLst>
        </pc:spChg>
        <pc:spChg chg="add mod">
          <ac:chgData name="Morgane Tassoneiro" userId="515cb897f29de6cf" providerId="LiveId" clId="{BE8CD655-3082-4F80-B581-3EE32B3333C0}" dt="2025-03-15T11:22:35.964" v="464" actId="403"/>
          <ac:spMkLst>
            <pc:docMk/>
            <pc:sldMk cId="709828751" sldId="260"/>
            <ac:spMk id="5" creationId="{2DA89481-B067-4B58-1064-6C6DF57CDAF4}"/>
          </ac:spMkLst>
        </pc:spChg>
        <pc:spChg chg="add mod">
          <ac:chgData name="Morgane Tassoneiro" userId="515cb897f29de6cf" providerId="LiveId" clId="{BE8CD655-3082-4F80-B581-3EE32B3333C0}" dt="2025-03-15T11:23:32.941" v="472" actId="1076"/>
          <ac:spMkLst>
            <pc:docMk/>
            <pc:sldMk cId="709828751" sldId="260"/>
            <ac:spMk id="6" creationId="{66899D99-3159-2049-385A-F92BDDBC0F3F}"/>
          </ac:spMkLst>
        </pc:spChg>
        <pc:spChg chg="mod">
          <ac:chgData name="Morgane Tassoneiro" userId="515cb897f29de6cf" providerId="LiveId" clId="{BE8CD655-3082-4F80-B581-3EE32B3333C0}" dt="2025-03-15T11:23:19.495" v="470" actId="1076"/>
          <ac:spMkLst>
            <pc:docMk/>
            <pc:sldMk cId="709828751" sldId="260"/>
            <ac:spMk id="7" creationId="{1CFAD34B-E940-99BC-5B48-BAD2A3607F21}"/>
          </ac:spMkLst>
        </pc:spChg>
      </pc:sldChg>
      <pc:sldChg chg="addSp modSp mod">
        <pc:chgData name="Morgane Tassoneiro" userId="515cb897f29de6cf" providerId="LiveId" clId="{BE8CD655-3082-4F80-B581-3EE32B3333C0}" dt="2025-03-15T12:05:55.172" v="1821"/>
        <pc:sldMkLst>
          <pc:docMk/>
          <pc:sldMk cId="3607270498" sldId="261"/>
        </pc:sldMkLst>
        <pc:spChg chg="add mod">
          <ac:chgData name="Morgane Tassoneiro" userId="515cb897f29de6cf" providerId="LiveId" clId="{BE8CD655-3082-4F80-B581-3EE32B3333C0}" dt="2025-03-15T11:45:29.594" v="1518" actId="1076"/>
          <ac:spMkLst>
            <pc:docMk/>
            <pc:sldMk cId="3607270498" sldId="261"/>
            <ac:spMk id="3" creationId="{85F9DFAE-8DB8-455E-128E-F195768F995F}"/>
          </ac:spMkLst>
        </pc:spChg>
        <pc:spChg chg="mod">
          <ac:chgData name="Morgane Tassoneiro" userId="515cb897f29de6cf" providerId="LiveId" clId="{BE8CD655-3082-4F80-B581-3EE32B3333C0}" dt="2025-03-15T11:45:22.810" v="1517" actId="1076"/>
          <ac:spMkLst>
            <pc:docMk/>
            <pc:sldMk cId="3607270498" sldId="261"/>
            <ac:spMk id="4" creationId="{315E3981-F0D7-482C-A8E0-6A57700BECA7}"/>
          </ac:spMkLst>
        </pc:spChg>
        <pc:spChg chg="mod">
          <ac:chgData name="Morgane Tassoneiro" userId="515cb897f29de6cf" providerId="LiveId" clId="{BE8CD655-3082-4F80-B581-3EE32B3333C0}" dt="2025-03-15T11:43:29.636" v="1498" actId="14100"/>
          <ac:spMkLst>
            <pc:docMk/>
            <pc:sldMk cId="3607270498" sldId="261"/>
            <ac:spMk id="5" creationId="{E0C87788-476B-4620-8002-A5C1177AD6C1}"/>
          </ac:spMkLst>
        </pc:spChg>
        <pc:spChg chg="mod">
          <ac:chgData name="Morgane Tassoneiro" userId="515cb897f29de6cf" providerId="LiveId" clId="{BE8CD655-3082-4F80-B581-3EE32B3333C0}" dt="2025-03-15T12:05:55.172" v="1821"/>
          <ac:spMkLst>
            <pc:docMk/>
            <pc:sldMk cId="3607270498" sldId="261"/>
            <ac:spMk id="6" creationId="{000A9570-5EF6-4AFB-9FCA-7C8998E3FEB1}"/>
          </ac:spMkLst>
        </pc:spChg>
        <pc:spChg chg="mod">
          <ac:chgData name="Morgane Tassoneiro" userId="515cb897f29de6cf" providerId="LiveId" clId="{BE8CD655-3082-4F80-B581-3EE32B3333C0}" dt="2025-03-15T11:43:10.880" v="1486" actId="2711"/>
          <ac:spMkLst>
            <pc:docMk/>
            <pc:sldMk cId="3607270498" sldId="261"/>
            <ac:spMk id="7" creationId="{B74126B4-1E6C-4FFF-9282-40E18A85A07F}"/>
          </ac:spMkLst>
        </pc:spChg>
        <pc:spChg chg="mod">
          <ac:chgData name="Morgane Tassoneiro" userId="515cb897f29de6cf" providerId="LiveId" clId="{BE8CD655-3082-4F80-B581-3EE32B3333C0}" dt="2025-03-15T12:05:42.395" v="1820" actId="27636"/>
          <ac:spMkLst>
            <pc:docMk/>
            <pc:sldMk cId="3607270498" sldId="261"/>
            <ac:spMk id="8" creationId="{47DC4E62-1A34-4F98-A451-214F1808519C}"/>
          </ac:spMkLst>
        </pc:spChg>
      </pc:sldChg>
      <pc:sldChg chg="del">
        <pc:chgData name="Morgane Tassoneiro" userId="515cb897f29de6cf" providerId="LiveId" clId="{BE8CD655-3082-4F80-B581-3EE32B3333C0}" dt="2025-03-15T11:45:53.537" v="1523" actId="47"/>
        <pc:sldMkLst>
          <pc:docMk/>
          <pc:sldMk cId="3892131414" sldId="262"/>
        </pc:sldMkLst>
      </pc:sldChg>
      <pc:sldChg chg="add del">
        <pc:chgData name="Morgane Tassoneiro" userId="515cb897f29de6cf" providerId="LiveId" clId="{BE8CD655-3082-4F80-B581-3EE32B3333C0}" dt="2025-03-15T11:45:54.740" v="1524" actId="47"/>
        <pc:sldMkLst>
          <pc:docMk/>
          <pc:sldMk cId="2146688244" sldId="263"/>
        </pc:sldMkLst>
      </pc:sldChg>
      <pc:sldChg chg="del">
        <pc:chgData name="Morgane Tassoneiro" userId="515cb897f29de6cf" providerId="LiveId" clId="{BE8CD655-3082-4F80-B581-3EE32B3333C0}" dt="2025-03-15T11:45:57.338" v="1525" actId="47"/>
        <pc:sldMkLst>
          <pc:docMk/>
          <pc:sldMk cId="691317684" sldId="264"/>
        </pc:sldMkLst>
      </pc:sldChg>
      <pc:sldChg chg="addSp delSp modSp add del mod">
        <pc:chgData name="Morgane Tassoneiro" userId="515cb897f29de6cf" providerId="LiveId" clId="{BE8CD655-3082-4F80-B581-3EE32B3333C0}" dt="2025-03-15T11:58:26.775" v="1798" actId="1076"/>
        <pc:sldMkLst>
          <pc:docMk/>
          <pc:sldMk cId="3265111777" sldId="265"/>
        </pc:sldMkLst>
        <pc:spChg chg="del mod">
          <ac:chgData name="Morgane Tassoneiro" userId="515cb897f29de6cf" providerId="LiveId" clId="{BE8CD655-3082-4F80-B581-3EE32B3333C0}" dt="2025-03-15T11:56:32.185" v="1757" actId="478"/>
          <ac:spMkLst>
            <pc:docMk/>
            <pc:sldMk cId="3265111777" sldId="265"/>
            <ac:spMk id="2" creationId="{94C5E984-66BE-687A-4F61-2A2231EAF6FA}"/>
          </ac:spMkLst>
        </pc:spChg>
        <pc:spChg chg="add mod">
          <ac:chgData name="Morgane Tassoneiro" userId="515cb897f29de6cf" providerId="LiveId" clId="{BE8CD655-3082-4F80-B581-3EE32B3333C0}" dt="2025-03-15T11:58:20.622" v="1797" actId="403"/>
          <ac:spMkLst>
            <pc:docMk/>
            <pc:sldMk cId="3265111777" sldId="265"/>
            <ac:spMk id="4" creationId="{A193E879-6FBC-53D8-E1C9-1E7CB6113292}"/>
          </ac:spMkLst>
        </pc:spChg>
        <pc:spChg chg="add mod">
          <ac:chgData name="Morgane Tassoneiro" userId="515cb897f29de6cf" providerId="LiveId" clId="{BE8CD655-3082-4F80-B581-3EE32B3333C0}" dt="2025-03-15T11:58:26.775" v="1798" actId="1076"/>
          <ac:spMkLst>
            <pc:docMk/>
            <pc:sldMk cId="3265111777" sldId="265"/>
            <ac:spMk id="5" creationId="{A41FECCB-5F7C-5BFB-6ABC-7B0D69B41F11}"/>
          </ac:spMkLst>
        </pc:spChg>
        <pc:spChg chg="add mod">
          <ac:chgData name="Morgane Tassoneiro" userId="515cb897f29de6cf" providerId="LiveId" clId="{BE8CD655-3082-4F80-B581-3EE32B3333C0}" dt="2025-03-15T11:57:52.809" v="1791" actId="1076"/>
          <ac:spMkLst>
            <pc:docMk/>
            <pc:sldMk cId="3265111777" sldId="265"/>
            <ac:spMk id="6" creationId="{EB15E78B-9796-AFFD-F912-2F7140FE8CCE}"/>
          </ac:spMkLst>
        </pc:spChg>
        <pc:spChg chg="add mod">
          <ac:chgData name="Morgane Tassoneiro" userId="515cb897f29de6cf" providerId="LiveId" clId="{BE8CD655-3082-4F80-B581-3EE32B3333C0}" dt="2025-03-15T11:56:56.103" v="1765" actId="1076"/>
          <ac:spMkLst>
            <pc:docMk/>
            <pc:sldMk cId="3265111777" sldId="265"/>
            <ac:spMk id="7" creationId="{C98AA874-D4F7-BB43-B3DF-30E58228B059}"/>
          </ac:spMkLst>
        </pc:spChg>
        <pc:spChg chg="add del mod">
          <ac:chgData name="Morgane Tassoneiro" userId="515cb897f29de6cf" providerId="LiveId" clId="{BE8CD655-3082-4F80-B581-3EE32B3333C0}" dt="2025-03-15T11:56:35.608" v="1758" actId="478"/>
          <ac:spMkLst>
            <pc:docMk/>
            <pc:sldMk cId="3265111777" sldId="265"/>
            <ac:spMk id="9" creationId="{A3E2ABA3-27B6-FB07-2328-7E4A3C19FD45}"/>
          </ac:spMkLst>
        </pc:spChg>
      </pc:sldChg>
      <pc:sldChg chg="addSp delSp modSp new mod">
        <pc:chgData name="Morgane Tassoneiro" userId="515cb897f29de6cf" providerId="LiveId" clId="{BE8CD655-3082-4F80-B581-3EE32B3333C0}" dt="2025-03-15T12:10:20.550" v="1930" actId="20577"/>
        <pc:sldMkLst>
          <pc:docMk/>
          <pc:sldMk cId="570223577" sldId="266"/>
        </pc:sldMkLst>
        <pc:spChg chg="add del mod">
          <ac:chgData name="Morgane Tassoneiro" userId="515cb897f29de6cf" providerId="LiveId" clId="{BE8CD655-3082-4F80-B581-3EE32B3333C0}" dt="2025-03-15T12:04:08.644" v="1816" actId="20577"/>
          <ac:spMkLst>
            <pc:docMk/>
            <pc:sldMk cId="570223577" sldId="266"/>
            <ac:spMk id="2" creationId="{A09CB261-3892-E8EE-27F9-3AB327A23B22}"/>
          </ac:spMkLst>
        </pc:spChg>
        <pc:spChg chg="add del">
          <ac:chgData name="Morgane Tassoneiro" userId="515cb897f29de6cf" providerId="LiveId" clId="{BE8CD655-3082-4F80-B581-3EE32B3333C0}" dt="2025-03-15T12:04:10.703" v="1817" actId="478"/>
          <ac:spMkLst>
            <pc:docMk/>
            <pc:sldMk cId="570223577" sldId="266"/>
            <ac:spMk id="4" creationId="{E1A65806-5141-3696-9A4E-729C73A853BD}"/>
          </ac:spMkLst>
        </pc:spChg>
        <pc:spChg chg="add del">
          <ac:chgData name="Morgane Tassoneiro" userId="515cb897f29de6cf" providerId="LiveId" clId="{BE8CD655-3082-4F80-B581-3EE32B3333C0}" dt="2025-03-15T12:04:13.067" v="1818" actId="478"/>
          <ac:spMkLst>
            <pc:docMk/>
            <pc:sldMk cId="570223577" sldId="266"/>
            <ac:spMk id="5" creationId="{664CC940-51F7-E698-17EF-1AD93242DBF5}"/>
          </ac:spMkLst>
        </pc:spChg>
        <pc:spChg chg="mod">
          <ac:chgData name="Morgane Tassoneiro" userId="515cb897f29de6cf" providerId="LiveId" clId="{BE8CD655-3082-4F80-B581-3EE32B3333C0}" dt="2025-03-15T12:10:20.550" v="1930" actId="20577"/>
          <ac:spMkLst>
            <pc:docMk/>
            <pc:sldMk cId="570223577" sldId="266"/>
            <ac:spMk id="6" creationId="{13355D21-C48C-ACF8-5D70-9DCEA152CEE4}"/>
          </ac:spMkLst>
        </pc:spChg>
        <pc:spChg chg="del">
          <ac:chgData name="Morgane Tassoneiro" userId="515cb897f29de6cf" providerId="LiveId" clId="{BE8CD655-3082-4F80-B581-3EE32B3333C0}" dt="2025-03-15T12:08:41.647" v="1832" actId="478"/>
          <ac:spMkLst>
            <pc:docMk/>
            <pc:sldMk cId="570223577" sldId="266"/>
            <ac:spMk id="7" creationId="{57A60B72-4687-870F-9B5C-A324A127B0DA}"/>
          </ac:spMkLst>
        </pc:spChg>
      </pc:sldChg>
      <pc:sldChg chg="new del">
        <pc:chgData name="Morgane Tassoneiro" userId="515cb897f29de6cf" providerId="LiveId" clId="{BE8CD655-3082-4F80-B581-3EE32B3333C0}" dt="2025-03-14T16:54:00.956" v="7" actId="47"/>
        <pc:sldMkLst>
          <pc:docMk/>
          <pc:sldMk cId="3872304066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3/15/2025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bledesktop.com/learn/python/transitioning-from-excel-to-python-for-data-analysis-key-differences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1710" y="1847608"/>
            <a:ext cx="8637197" cy="2144211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E" sz="4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Optimizing Ready Meal Stock Management at Lotts &amp; Co. Using Data Analytics</a:t>
            </a:r>
            <a:endParaRPr lang="en-IE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1710" y="4369791"/>
            <a:ext cx="7077456" cy="868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Morgane Tassoneiro - 2021327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456" y="0"/>
            <a:ext cx="7781544" cy="859055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A7E9A-755C-6EE6-FF13-7705503C7626}"/>
              </a:ext>
            </a:extLst>
          </p:cNvPr>
          <p:cNvSpPr txBox="1"/>
          <p:nvPr/>
        </p:nvSpPr>
        <p:spPr>
          <a:xfrm>
            <a:off x="533400" y="997565"/>
            <a:ext cx="87831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bg1"/>
                </a:solidFill>
              </a:rPr>
              <a:t>Lost sales due to stockouts: </a:t>
            </a:r>
            <a:r>
              <a:rPr lang="en-GB" sz="2800" dirty="0">
                <a:solidFill>
                  <a:schemeClr val="bg1"/>
                </a:solidFill>
              </a:rPr>
              <a:t>When popular ready meals run out, customers experience dissatisfaction which can lead to competitors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bg1"/>
                </a:solidFill>
              </a:rPr>
              <a:t>Financial loss from overstock: </a:t>
            </a:r>
            <a:r>
              <a:rPr lang="en-GB" sz="2800" dirty="0">
                <a:solidFill>
                  <a:schemeClr val="bg1"/>
                </a:solidFill>
              </a:rPr>
              <a:t>Excess inventory of meals causes waste and additional storage costs.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B775B-2ACC-1CA9-DB70-DCD67344E23A}"/>
              </a:ext>
            </a:extLst>
          </p:cNvPr>
          <p:cNvSpPr txBox="1"/>
          <p:nvPr/>
        </p:nvSpPr>
        <p:spPr>
          <a:xfrm>
            <a:off x="2522469" y="3342326"/>
            <a:ext cx="31020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  <a:latin typeface="+mj-lt"/>
              </a:rPr>
              <a:t>Solution</a:t>
            </a:r>
            <a:r>
              <a:rPr lang="en-GB" sz="1800" b="1" dirty="0">
                <a:solidFill>
                  <a:schemeClr val="bg1"/>
                </a:solidFill>
              </a:rPr>
              <a:t>:</a:t>
            </a:r>
          </a:p>
          <a:p>
            <a:r>
              <a:rPr lang="en-GB" sz="1800" b="1" dirty="0">
                <a:solidFill>
                  <a:schemeClr val="bg1"/>
                </a:solidFill>
              </a:rPr>
              <a:t>.</a:t>
            </a:r>
          </a:p>
          <a:p>
            <a:endParaRPr lang="en-I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421EF-ACA8-CB2F-0F9C-601186E66ADA}"/>
              </a:ext>
            </a:extLst>
          </p:cNvPr>
          <p:cNvSpPr txBox="1"/>
          <p:nvPr/>
        </p:nvSpPr>
        <p:spPr>
          <a:xfrm>
            <a:off x="276726" y="4449107"/>
            <a:ext cx="92683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bg1"/>
                </a:solidFill>
              </a:rPr>
              <a:t>Data analytics to forecast demand: </a:t>
            </a:r>
            <a:r>
              <a:rPr lang="en-GB" sz="2800" dirty="0">
                <a:solidFill>
                  <a:schemeClr val="bg1"/>
                </a:solidFill>
              </a:rPr>
              <a:t>Historical sales data to predict demand.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bg1"/>
                </a:solidFill>
              </a:rPr>
              <a:t>Waste and availability: </a:t>
            </a:r>
            <a:r>
              <a:rPr lang="en-GB" sz="2800" dirty="0">
                <a:solidFill>
                  <a:schemeClr val="bg1"/>
                </a:solidFill>
              </a:rPr>
              <a:t>using predictive analyses to optimize stock level, minimise waste and guaranteeing customers satisfaction 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192" y="376884"/>
            <a:ext cx="7781544" cy="859055"/>
          </a:xfrm>
        </p:spPr>
        <p:txBody>
          <a:bodyPr>
            <a:norm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IE" sz="4800" dirty="0"/>
              <a:t>SWOT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AD34B-E940-99BC-5B48-BAD2A3607F21}"/>
              </a:ext>
            </a:extLst>
          </p:cNvPr>
          <p:cNvSpPr txBox="1"/>
          <p:nvPr/>
        </p:nvSpPr>
        <p:spPr>
          <a:xfrm>
            <a:off x="474011" y="1781765"/>
            <a:ext cx="554432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lang="en-GB" sz="3600" b="1" dirty="0">
                <a:solidFill>
                  <a:schemeClr val="bg1"/>
                </a:solidFill>
                <a:latin typeface="+mj-lt"/>
              </a:rPr>
              <a:t>Strengths: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800" dirty="0">
                <a:solidFill>
                  <a:schemeClr val="bg1"/>
                </a:solidFill>
              </a:rPr>
              <a:t>High demand, strong brand.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800" dirty="0">
                <a:solidFill>
                  <a:schemeClr val="bg1"/>
                </a:solidFill>
              </a:rPr>
              <a:t>Reliable suppliers.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800" dirty="0">
                <a:solidFill>
                  <a:schemeClr val="bg1"/>
                </a:solidFill>
              </a:rPr>
              <a:t>Loyal customers.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6B554-14CA-9259-4CE8-66778E2773FE}"/>
              </a:ext>
            </a:extLst>
          </p:cNvPr>
          <p:cNvSpPr txBox="1"/>
          <p:nvPr/>
        </p:nvSpPr>
        <p:spPr>
          <a:xfrm>
            <a:off x="4004840" y="1540310"/>
            <a:ext cx="6447599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3"/>
            <a:r>
              <a:rPr lang="en-GB" sz="3200" b="1" dirty="0">
                <a:solidFill>
                  <a:schemeClr val="bg1"/>
                </a:solidFill>
              </a:rPr>
              <a:t>Weaknesses:</a:t>
            </a:r>
          </a:p>
          <a:p>
            <a:pPr marL="1828800" lvl="3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1"/>
                </a:solidFill>
              </a:rPr>
              <a:t>Frequent stockouts.</a:t>
            </a:r>
          </a:p>
          <a:p>
            <a:pPr marL="1828800" lvl="3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1"/>
                </a:solidFill>
              </a:rPr>
              <a:t>Overstock leading to waste.</a:t>
            </a:r>
          </a:p>
          <a:p>
            <a:endParaRPr lang="en-IE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89481-B067-4B58-1064-6C6DF57CDAF4}"/>
              </a:ext>
            </a:extLst>
          </p:cNvPr>
          <p:cNvSpPr txBox="1"/>
          <p:nvPr/>
        </p:nvSpPr>
        <p:spPr>
          <a:xfrm>
            <a:off x="-2866344" y="4151645"/>
            <a:ext cx="859401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2800" dirty="0">
              <a:solidFill>
                <a:schemeClr val="bg1"/>
              </a:solidFill>
            </a:endParaRPr>
          </a:p>
          <a:p>
            <a:pPr lvl="7"/>
            <a:r>
              <a:rPr lang="en-GB" sz="3600" b="1" dirty="0">
                <a:solidFill>
                  <a:schemeClr val="bg1"/>
                </a:solidFill>
                <a:latin typeface="+mj-lt"/>
              </a:rPr>
              <a:t>Opportunities:</a:t>
            </a:r>
          </a:p>
          <a:p>
            <a:pPr marL="3657600" lvl="7" indent="-457200">
              <a:buFont typeface="Wingdings" panose="05000000000000000000" pitchFamily="2" charset="2"/>
              <a:buChar char="ü"/>
            </a:pPr>
            <a:r>
              <a:rPr lang="en-GB" sz="2800" dirty="0">
                <a:solidFill>
                  <a:schemeClr val="bg1"/>
                </a:solidFill>
              </a:rPr>
              <a:t>Stock alignment via analytics.</a:t>
            </a:r>
          </a:p>
          <a:p>
            <a:pPr marL="3657600" lvl="7" indent="-457200">
              <a:buFont typeface="Wingdings" panose="05000000000000000000" pitchFamily="2" charset="2"/>
              <a:buChar char="ü"/>
            </a:pPr>
            <a:r>
              <a:rPr lang="en-GB" sz="2800" dirty="0">
                <a:solidFill>
                  <a:schemeClr val="bg1"/>
                </a:solidFill>
              </a:rPr>
              <a:t>Real-time sales insights.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endParaRPr lang="en-IE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99D99-3159-2049-385A-F92BDDBC0F3F}"/>
              </a:ext>
            </a:extLst>
          </p:cNvPr>
          <p:cNvSpPr txBox="1"/>
          <p:nvPr/>
        </p:nvSpPr>
        <p:spPr>
          <a:xfrm>
            <a:off x="2011756" y="4151645"/>
            <a:ext cx="85940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/>
            <a:r>
              <a:rPr lang="en-GB" sz="3600" b="1" dirty="0">
                <a:solidFill>
                  <a:schemeClr val="bg1"/>
                </a:solidFill>
                <a:latin typeface="+mj-lt"/>
              </a:rPr>
              <a:t>Threats:</a:t>
            </a:r>
          </a:p>
          <a:p>
            <a:pPr marL="4114800" lvl="8" indent="-457200"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chemeClr val="bg1"/>
                </a:solidFill>
              </a:rPr>
              <a:t>Competitor efficiency.</a:t>
            </a:r>
          </a:p>
          <a:p>
            <a:pPr marL="4114800" lvl="8" indent="-457200"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chemeClr val="bg1"/>
                </a:solidFill>
              </a:rPr>
              <a:t>Supplier delays.</a:t>
            </a:r>
          </a:p>
          <a:p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63" y="332371"/>
            <a:ext cx="6509956" cy="590931"/>
          </a:xfrm>
        </p:spPr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GB" dirty="0"/>
              <a:t>Key Data Insights &amp; Strategic Impact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799" y="1590017"/>
            <a:ext cx="5227095" cy="1129390"/>
          </a:xfrm>
        </p:spPr>
        <p:txBody>
          <a:bodyPr/>
          <a:lstStyle/>
          <a:p>
            <a:pPr marL="0" indent="0" algn="l">
              <a:buNone/>
              <a:defRPr sz="2200">
                <a:solidFill>
                  <a:srgbClr val="FFFFFF"/>
                </a:solidFill>
              </a:defRPr>
            </a:pPr>
            <a:r>
              <a:rPr lang="en-IE" sz="2400" b="1" dirty="0">
                <a:latin typeface="+mj-lt"/>
              </a:rPr>
              <a:t>Peak Days:</a:t>
            </a:r>
          </a:p>
          <a:p>
            <a:r>
              <a:rPr lang="en-IE" sz="1800" dirty="0"/>
              <a:t>Highest: Fri/Sat, Lowest: Mon/Tue</a:t>
            </a:r>
          </a:p>
          <a:p>
            <a:r>
              <a:rPr lang="en-IE" sz="1800" dirty="0"/>
              <a:t>Action: Replenish before peak days.</a:t>
            </a:r>
          </a:p>
          <a:p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350B1-EFB2-5E30-1B49-91DED8DFB368}"/>
              </a:ext>
            </a:extLst>
          </p:cNvPr>
          <p:cNvSpPr txBox="1"/>
          <p:nvPr/>
        </p:nvSpPr>
        <p:spPr>
          <a:xfrm>
            <a:off x="6744505" y="3677396"/>
            <a:ext cx="47108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E" sz="2000" b="1" dirty="0">
                <a:solidFill>
                  <a:schemeClr val="bg1"/>
                </a:solidFill>
                <a:latin typeface="+mj-lt"/>
              </a:rPr>
              <a:t>Best-selling Meals: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bg1"/>
                </a:solidFill>
              </a:rPr>
              <a:t>Meatballs, Thai Curry, Goujons, Aubergine Parmigiana, Cottage Pie.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bg1"/>
                </a:solidFill>
              </a:rPr>
              <a:t>Action: Prioritize these meals.</a:t>
            </a:r>
          </a:p>
          <a:p>
            <a:endParaRPr lang="en-IE" dirty="0">
              <a:solidFill>
                <a:schemeClr val="bg1"/>
              </a:solidFill>
            </a:endParaRPr>
          </a:p>
        </p:txBody>
      </p:sp>
      <p:pic>
        <p:nvPicPr>
          <p:cNvPr id="8" name="Picture 7" descr="A graph of a bar graph&#10;&#10;AI-generated content may be incorrect.">
            <a:extLst>
              <a:ext uri="{FF2B5EF4-FFF2-40B4-BE49-F238E27FC236}">
                <a16:creationId xmlns:a16="http://schemas.microsoft.com/office/drawing/2014/main" id="{A01A4259-720D-F5CD-35DB-8E265DDB9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505" y="265357"/>
            <a:ext cx="5104492" cy="3412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4F3BB2-FB7E-8A0F-EB81-FE29B3134CB9}"/>
              </a:ext>
            </a:extLst>
          </p:cNvPr>
          <p:cNvSpPr txBox="1"/>
          <p:nvPr/>
        </p:nvSpPr>
        <p:spPr>
          <a:xfrm>
            <a:off x="6857418" y="5355557"/>
            <a:ext cx="6094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E" sz="2400" b="1" dirty="0">
                <a:solidFill>
                  <a:schemeClr val="bg1"/>
                </a:solidFill>
                <a:latin typeface="+mj-lt"/>
              </a:rPr>
              <a:t>Overstock &amp; Waste:</a:t>
            </a:r>
          </a:p>
          <a:p>
            <a:r>
              <a:rPr lang="en-IE" dirty="0">
                <a:solidFill>
                  <a:schemeClr val="bg1"/>
                </a:solidFill>
              </a:rPr>
              <a:t>Example: Teriyaki Beef Noodles.</a:t>
            </a:r>
          </a:p>
          <a:p>
            <a:r>
              <a:rPr lang="en-IE" dirty="0">
                <a:solidFill>
                  <a:schemeClr val="bg1"/>
                </a:solidFill>
              </a:rPr>
              <a:t>Action: Adjust orders based on data.</a:t>
            </a:r>
          </a:p>
        </p:txBody>
      </p:sp>
      <p:pic>
        <p:nvPicPr>
          <p:cNvPr id="13" name="Picture 12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E7997C27-F6AF-9E32-6234-DEAB718CC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50" y="2915995"/>
            <a:ext cx="5828357" cy="375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726" y="448605"/>
            <a:ext cx="4928546" cy="590931"/>
          </a:xfrm>
        </p:spPr>
        <p:txBody>
          <a:bodyPr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IE" dirty="0"/>
              <a:t>Technology Selection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 lang="en-IE" dirty="0">
                <a:latin typeface="+mj-lt"/>
              </a:rPr>
              <a:t>Chosen Technology: Python (Open Source)</a:t>
            </a:r>
          </a:p>
          <a:p>
            <a:endParaRPr lang="en-I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75411" y="1681163"/>
            <a:ext cx="4928545" cy="823912"/>
          </a:xfrm>
        </p:spPr>
        <p:txBody>
          <a:bodyPr>
            <a:normAutofit/>
          </a:bodyPr>
          <a:lstStyle/>
          <a:p>
            <a:r>
              <a:rPr lang="en-IE" sz="2400" dirty="0">
                <a:latin typeface="+mj-lt"/>
              </a:rPr>
              <a:t>Alternative: Excel (Proprietary)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499" y="2436626"/>
            <a:ext cx="5157787" cy="1730260"/>
          </a:xfrm>
        </p:spPr>
        <p:txBody>
          <a:bodyPr>
            <a:normAutofit lnSpcReduction="10000"/>
          </a:bodyPr>
          <a:lstStyle/>
          <a:p>
            <a:r>
              <a:rPr lang="en-IE" sz="2000" dirty="0"/>
              <a:t>No license fees allow scalability at no extra cost as the business will grow.</a:t>
            </a:r>
          </a:p>
          <a:p>
            <a:r>
              <a:rPr lang="en-IE" sz="2000" dirty="0"/>
              <a:t>Powerful, established libraries (Pandas, matplotlib) will handle large-scale, complex data analyses with efficiency. </a:t>
            </a:r>
            <a:r>
              <a:rPr lang="en-IE" sz="1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(Python, 2024)</a:t>
            </a:r>
            <a:endParaRPr lang="en-IE" sz="2000" dirty="0"/>
          </a:p>
          <a:p>
            <a:pPr marL="0" indent="0">
              <a:buNone/>
            </a:pPr>
            <a:endParaRPr lang="en-IE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6564312" y="2236153"/>
            <a:ext cx="5183188" cy="21132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analyses of large datasets can be limited and challenging for Excel.</a:t>
            </a:r>
          </a:p>
          <a:p>
            <a:r>
              <a:rPr lang="en-US" dirty="0"/>
              <a:t>Require paid subscription for advanced features, and increases operation expenses as needs grow </a:t>
            </a:r>
          </a:p>
          <a:p>
            <a:r>
              <a:rPr lang="en-US" dirty="0"/>
              <a:t>Less effective in adapting to future business needs or integration with emerging technologies. </a:t>
            </a:r>
            <a:r>
              <a:rPr lang="en-IE" sz="1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(Gomes, 2024)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9DFAE-8DB8-455E-128E-F195768F995F}"/>
              </a:ext>
            </a:extLst>
          </p:cNvPr>
          <p:cNvSpPr txBox="1"/>
          <p:nvPr/>
        </p:nvSpPr>
        <p:spPr>
          <a:xfrm>
            <a:off x="1494258" y="4904367"/>
            <a:ext cx="92034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>
                <a:solidFill>
                  <a:schemeClr val="bg1"/>
                </a:solidFill>
                <a:latin typeface="+mj-lt"/>
              </a:rPr>
              <a:t>Python is great for long-term growth to Lotts and Co. and has sophisticated data-driven decision-making without license cost or technology limitation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B4C748-B75C-D7C5-F14A-DEC6B113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3E879-6FBC-53D8-E1C9-1E7CB6113292}"/>
              </a:ext>
            </a:extLst>
          </p:cNvPr>
          <p:cNvSpPr txBox="1"/>
          <p:nvPr/>
        </p:nvSpPr>
        <p:spPr>
          <a:xfrm>
            <a:off x="406079" y="1284790"/>
            <a:ext cx="108461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b="0" dirty="0">
                <a:solidFill>
                  <a:schemeClr val="bg1"/>
                </a:solidFill>
                <a:latin typeface="+mn-lt"/>
              </a:rPr>
              <a:t>Data analytics has created a clear opportunity for improvement in inventory management of ready meals. Dynamic demand forecasting reduces waste considerably, preventing the costly consequences of stockouts, enhancing competitive advantage, and increasing customer loyalty.</a:t>
            </a:r>
            <a:br>
              <a:rPr lang="en-GB" sz="2800" dirty="0">
                <a:solidFill>
                  <a:schemeClr val="bg1"/>
                </a:solidFill>
              </a:rPr>
            </a:br>
            <a:endParaRPr lang="en-IE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1FECCB-5F7C-5BFB-6ABC-7B0D69B41F11}"/>
              </a:ext>
            </a:extLst>
          </p:cNvPr>
          <p:cNvSpPr txBox="1"/>
          <p:nvPr/>
        </p:nvSpPr>
        <p:spPr>
          <a:xfrm>
            <a:off x="406079" y="3583551"/>
            <a:ext cx="4507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+mj-lt"/>
              </a:rPr>
              <a:t>Recommendations:</a:t>
            </a:r>
            <a:endParaRPr lang="en-IE" sz="28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15E78B-9796-AFFD-F912-2F7140FE8CCE}"/>
              </a:ext>
            </a:extLst>
          </p:cNvPr>
          <p:cNvSpPr txBox="1"/>
          <p:nvPr/>
        </p:nvSpPr>
        <p:spPr>
          <a:xfrm>
            <a:off x="122335" y="4214403"/>
            <a:ext cx="113330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+mn-lt"/>
              </a:rPr>
              <a:t>Use predictive analytics in Python to make weekly predictions of meal consumption with a focus on days like Fridays and Saturdays.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+mn-lt"/>
              </a:rPr>
              <a:t>Training sessions for management / relevant staff to interpret the forecasts and handle inventory.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bg1"/>
                </a:solidFill>
                <a:latin typeface="+mn-lt"/>
              </a:rPr>
              <a:t>Month review of performance to improve performance metrics.</a:t>
            </a:r>
            <a:endParaRPr lang="en-IE" sz="24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98AA874-D4F7-BB43-B3DF-30E58228B059}"/>
              </a:ext>
            </a:extLst>
          </p:cNvPr>
          <p:cNvSpPr txBox="1">
            <a:spLocks/>
          </p:cNvSpPr>
          <p:nvPr/>
        </p:nvSpPr>
        <p:spPr>
          <a:xfrm>
            <a:off x="0" y="617908"/>
            <a:ext cx="3556321" cy="121089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GB" sz="4800" dirty="0"/>
              <a:t>Conclusion</a:t>
            </a:r>
            <a:br>
              <a:rPr lang="en-GB" sz="4400" dirty="0"/>
            </a:br>
            <a:endParaRPr lang="en-IE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11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B261-3892-E8EE-27F9-3AB327A2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B3C63E-E89B-2A40-3468-3499E251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55D21-C48C-ACF8-5D70-9DCEA152C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1300" y="1586706"/>
            <a:ext cx="11214100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Corsten, D. &amp; Gruen, T., 2004. </a:t>
            </a:r>
            <a:r>
              <a:rPr lang="en-IE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Harvard Business Review. </a:t>
            </a: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[Online] </a:t>
            </a:r>
            <a:b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Available at: </a:t>
            </a:r>
            <a:r>
              <a:rPr lang="en-IE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https://hbr.org/2004/05/stock-outs-cause-walkouts</a:t>
            </a:r>
            <a:b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[Accessed 01 03 2025].</a:t>
            </a:r>
          </a:p>
          <a:p>
            <a:pPr marL="0" indent="0">
              <a:buNone/>
            </a:pPr>
            <a:r>
              <a:rPr lang="en-I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Czuczman</a:t>
            </a: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R., 2024. </a:t>
            </a:r>
            <a:r>
              <a:rPr lang="en-IE" sz="18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Nutritics</a:t>
            </a:r>
            <a:r>
              <a:rPr lang="en-IE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[Online] </a:t>
            </a:r>
            <a:b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Available at: </a:t>
            </a:r>
            <a:r>
              <a:rPr lang="en-IE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https://www.nutritics.com/en/blog/lets-say-no-to-food-waste-in-2023/</a:t>
            </a:r>
            <a:b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[Accessed 03 03 2025].</a:t>
            </a:r>
          </a:p>
          <a:p>
            <a:pPr marL="0" indent="0">
              <a:buNone/>
            </a:pP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Python, 2024. </a:t>
            </a:r>
            <a:r>
              <a:rPr lang="en-IE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Noble Desktop. </a:t>
            </a: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[Online] </a:t>
            </a:r>
            <a:b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Available at: </a:t>
            </a:r>
            <a:r>
              <a:rPr lang="en-IE" sz="1800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https://www.nobledesktop.com/learn/python/transitioning-from-excel-to-python-for-data-analysis-key-differences</a:t>
            </a:r>
            <a:b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[Accessed 2025 03 01]</a:t>
            </a:r>
            <a:endParaRPr lang="en-IE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E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Gomes</a:t>
            </a: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J., 2024. </a:t>
            </a:r>
            <a:r>
              <a:rPr lang="en-IE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Layer. </a:t>
            </a: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[Online] </a:t>
            </a:r>
            <a:b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Available at: </a:t>
            </a:r>
            <a:r>
              <a:rPr lang="en-IE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https://golayer.io/blog/excel/excel-limitations/</a:t>
            </a:r>
            <a:b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[Accessed 14 03 2025].</a:t>
            </a:r>
          </a:p>
          <a:p>
            <a:endParaRPr lang="en-I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22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133</TotalTime>
  <Words>563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Trade Gothic LT Pro</vt:lpstr>
      <vt:lpstr>Trebuchet MS</vt:lpstr>
      <vt:lpstr>Wingdings</vt:lpstr>
      <vt:lpstr>Office Theme</vt:lpstr>
      <vt:lpstr>Optimizing Ready Meal Stock Management at Lotts &amp; Co. Using Data Analytics</vt:lpstr>
      <vt:lpstr>Overview</vt:lpstr>
      <vt:lpstr>SWOT Analysis</vt:lpstr>
      <vt:lpstr>Key Data Insights &amp; Strategic Impact</vt:lpstr>
      <vt:lpstr>Technology Selection</vt:lpstr>
      <vt:lpstr>PowerPoint Presentation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Morgane Tassoneiro</dc:creator>
  <cp:lastModifiedBy>Morgane Tassoneiro</cp:lastModifiedBy>
  <cp:revision>1</cp:revision>
  <dcterms:created xsi:type="dcterms:W3CDTF">2025-03-14T16:39:21Z</dcterms:created>
  <dcterms:modified xsi:type="dcterms:W3CDTF">2025-03-15T12:10:26Z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